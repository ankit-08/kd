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FFFDE4"/>
    <a:srgbClr val="005AA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306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235A7C-E25A-097C-6BD8-602A7667B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81A084B-C21C-675E-CF0F-58D5FE6C3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8F58BE-8DBA-ABCD-BEE1-F40E9499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46B5A74-2384-A501-5B67-4D0E0D26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8383875-1E5D-E652-7DD6-6A3C5D7A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75394696"/>
      </p:ext>
    </p:extLst>
  </p:cSld>
  <p:clrMapOvr>
    <a:masterClrMapping/>
  </p:clrMapOvr>
  <p:transition spd="slow"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B4DC1D-F936-C9BB-DD9A-209E7137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7D7A32-BDEA-E606-7B87-78EE22AC7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FCD4DF1-86FC-4572-34AE-B5777BCE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3D3D0F-5A8B-5BE3-583C-7125A7CE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4966FBF-ABAA-A947-CBD4-023EB436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209760901"/>
      </p:ext>
    </p:extLst>
  </p:cSld>
  <p:clrMapOvr>
    <a:masterClrMapping/>
  </p:clrMapOvr>
  <p:transition spd="slow"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69C87B-498E-BE7C-B3FB-3457F4C7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287F0B7-78A8-AE43-A501-5E6AB0FA3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10FF517-E93B-4F5C-4401-94153CD5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D981EAA-8494-DD03-5C7F-C2E166C0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D7659AB-CE2E-2223-AE1A-369719CE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26324309"/>
      </p:ext>
    </p:extLst>
  </p:cSld>
  <p:clrMapOvr>
    <a:masterClrMapping/>
  </p:clrMapOvr>
  <p:transition spd="slow" advClick="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3C799D-15FD-DFDC-5B80-6C78DABC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D915EC-E917-73FE-0A9A-4C5819194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E95BFF6-B831-1A3F-AEB3-1F31B9E86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F4F442A-8C69-CD3B-5BF7-1EA08069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4477B67-124B-593F-CC89-9D69A6B9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0B08714-FEF8-D46C-88ED-C968E060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9862176"/>
      </p:ext>
    </p:extLst>
  </p:cSld>
  <p:clrMapOvr>
    <a:masterClrMapping/>
  </p:clrMapOvr>
  <p:transition spd="slow" advClick="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BF3C1A-9D8E-FD43-3B9A-A4CB7795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8948D84-230E-AD7D-8F4C-655A60136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DCC6F2D-115E-4F92-07C1-D60CC72E6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1BF444B-CF2B-BC41-CCD8-DBBAEFEC2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49E3931-9F62-6721-E022-D223F5827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F0D72BD-D6F5-39ED-83C5-6D013BE3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10D0BFB-5326-8075-E931-908FB34A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3764805-501E-DA7F-F041-D0B024CC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54917140"/>
      </p:ext>
    </p:extLst>
  </p:cSld>
  <p:clrMapOvr>
    <a:masterClrMapping/>
  </p:clrMapOvr>
  <p:transition spd="slow" advClick="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DB6320-93B5-2C80-AEAA-E790637D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54F6510-3527-D4E1-A749-593550FD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13FE205-AD09-2710-9855-2958AD62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A2BDA3F-A44E-9431-D5E4-6ADD8648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57118036"/>
      </p:ext>
    </p:extLst>
  </p:cSld>
  <p:clrMapOvr>
    <a:masterClrMapping/>
  </p:clrMapOvr>
  <p:transition spd="slow" advClick="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4AAA3D8-EDA9-8C57-A4FB-F545C6F4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91FD758-4AB2-0705-16E9-C89785BC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641B8D2-E5C3-8FC8-8093-E1436BF5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3733339"/>
      </p:ext>
    </p:extLst>
  </p:cSld>
  <p:clrMapOvr>
    <a:masterClrMapping/>
  </p:clrMapOvr>
  <p:transition spd="slow" advClick="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51435F-5856-148A-AAB9-CB75920E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228FC63-4974-27D7-8D5F-84DAAC4CB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83EA748-003A-1AFF-174D-995131424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D88D8EA-F1D1-A609-DB0F-D8AECD1F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AB4A23-896E-A9E0-815F-2D246523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45253E5-8D6B-4374-0BA7-7C1A23D8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62509426"/>
      </p:ext>
    </p:extLst>
  </p:cSld>
  <p:clrMapOvr>
    <a:masterClrMapping/>
  </p:clrMapOvr>
  <p:transition spd="slow" advClick="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3016E6-76BC-E66C-7F9D-96804334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D987F8D-E792-477D-E74C-851C7DBE2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0D65D28-672F-1730-98F5-2372DD5FA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F66722B-AE86-BA96-E22E-FA2EFF3F2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954EB6B-6695-EECB-6CE0-CAA2CD80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8F1134F-6D86-AD63-4DF2-322EC7E8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68297967"/>
      </p:ext>
    </p:extLst>
  </p:cSld>
  <p:clrMapOvr>
    <a:masterClrMapping/>
  </p:clrMapOvr>
  <p:transition spd="slow" advClick="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9FA877-578F-866B-8257-20FC8404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0B0E64C-41A4-44BF-DC84-84D7C1E49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A07EC22-7658-991F-E928-97688974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7459B7-7D39-8189-7174-1B5FD933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234AD2-7336-480A-5514-FF9665EF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51664720"/>
      </p:ext>
    </p:extLst>
  </p:cSld>
  <p:clrMapOvr>
    <a:masterClrMapping/>
  </p:clrMapOvr>
  <p:transition spd="slow" advClick="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528043-01E4-742D-BBDC-8D585F7ED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A57B187-A6AD-C743-D7E8-D57EB035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80EC65-8BC6-AA28-EAC7-6AEBAF07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D684BE8-533B-4273-CA6C-B418D805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302F13C-99CE-BDE9-735E-BB26FA5F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23443623"/>
      </p:ext>
    </p:extLst>
  </p:cSld>
  <p:clrMapOvr>
    <a:masterClrMapping/>
  </p:clrMapOvr>
  <p:transition spd="slow" advClick="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">
              <a:srgbClr val="005AA7"/>
            </a:gs>
            <a:gs pos="52000">
              <a:srgbClr val="87B0C7"/>
            </a:gs>
            <a:gs pos="100000">
              <a:srgbClr val="FFFDE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6BA99AB-BE35-9A82-ACA7-70CCFC7C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331F106-5B0B-030C-B1B1-1679AC12F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D878F1-6BF8-E6BD-4275-B0E4F79AE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1E462-5FDA-4ECD-A538-A56B691AE283}" type="datetimeFigureOut">
              <a:rPr lang="en-IN" smtClean="0"/>
              <a:pPr/>
              <a:t>29-06-2022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D80EE1C-2A30-0CA2-869F-3D5F67F58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B039DB-2374-A0F6-3E6A-3635DE93B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1B1D0-E1BD-4091-B67B-E401370204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8967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9E9A65B9-46AC-96B5-09FD-ACA35CCA7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73" y="586284"/>
            <a:ext cx="719050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DEFENCE R&amp;D ORGANISATION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CHANDIPUR, BALASORE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5" name="Picture 1" descr="DRDO-1024x1024.png">
            <a:extLst>
              <a:ext uri="{FF2B5EF4-FFF2-40B4-BE49-F238E27FC236}">
                <a16:creationId xmlns="" xmlns:a16="http://schemas.microsoft.com/office/drawing/2014/main" id="{17F9940A-FB25-FE85-613D-FB21675DF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317"/>
          <a:stretch>
            <a:fillRect/>
          </a:stretch>
        </p:blipFill>
        <p:spPr bwMode="auto">
          <a:xfrm>
            <a:off x="9071552" y="637084"/>
            <a:ext cx="2352675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D7E790DF-1524-6E57-CF9B-FBE8992D6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79152"/>
            <a:ext cx="6819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REPORT </a:t>
            </a:r>
            <a:r>
              <a:rPr kumimoji="0" lang="en-US" altLang="en-US" sz="1800" b="1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ON : </a:t>
            </a:r>
            <a:r>
              <a:rPr kumimoji="0" lang="en-US" altLang="en-US" sz="1800" b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Implementation</a:t>
            </a:r>
            <a:r>
              <a:rPr kumimoji="0" lang="en-US" altLang="en-US" sz="1800" b="1" u="sng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of PXE LAN webpage</a:t>
            </a:r>
            <a:endParaRPr kumimoji="0" lang="en-US" altLang="en-US" sz="18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3F92DA9-4359-8CD9-DB61-07A92EF8E3FE}"/>
              </a:ext>
            </a:extLst>
          </p:cNvPr>
          <p:cNvSpPr txBox="1"/>
          <p:nvPr/>
        </p:nvSpPr>
        <p:spPr>
          <a:xfrm>
            <a:off x="374073" y="3909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solidFill>
                  <a:srgbClr val="000000"/>
                </a:solidFill>
                <a:effectLst/>
                <a:latin typeface="Berlin Sans FB" panose="020E0602020502020306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 Members:</a:t>
            </a:r>
            <a:r>
              <a:rPr lang="en-US" sz="1800" b="1" dirty="0">
                <a:solidFill>
                  <a:srgbClr val="000000"/>
                </a:solidFill>
                <a:effectLst/>
                <a:latin typeface="Berlin Sans FB" panose="020E0602020502020306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B7AFCFF-8268-2FD8-9F8E-7EB70C21A4B4}"/>
              </a:ext>
            </a:extLst>
          </p:cNvPr>
          <p:cNvSpPr txBox="1"/>
          <p:nvPr/>
        </p:nvSpPr>
        <p:spPr>
          <a:xfrm>
            <a:off x="374072" y="4578162"/>
            <a:ext cx="5429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Ankit Pradhan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Kanishka </a:t>
            </a:r>
            <a:r>
              <a:rPr lang="en-US" sz="2000" b="1" dirty="0"/>
              <a:t>Dhada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Narayan </a:t>
            </a:r>
            <a:r>
              <a:rPr lang="en-US" sz="2000" b="1" dirty="0" smtClean="0"/>
              <a:t>Sharma 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Meghna </a:t>
            </a:r>
            <a:r>
              <a:rPr lang="en-US" sz="2000" b="1" dirty="0" smtClean="0"/>
              <a:t>Rani </a:t>
            </a:r>
            <a:r>
              <a:rPr lang="en-US" sz="2000" b="1" dirty="0"/>
              <a:t>Dasbabu</a:t>
            </a:r>
            <a:endParaRPr lang="en-IN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E636825-2248-7E98-8252-43A07FB62DAB}"/>
              </a:ext>
            </a:extLst>
          </p:cNvPr>
          <p:cNvSpPr txBox="1"/>
          <p:nvPr/>
        </p:nvSpPr>
        <p:spPr>
          <a:xfrm>
            <a:off x="7564582" y="3909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solidFill>
                  <a:srgbClr val="000000"/>
                </a:solidFill>
                <a:effectLst/>
                <a:latin typeface="Berlin Sans FB" panose="020E0602020502020306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Guided By: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B7AFCFF-8268-2FD8-9F8E-7EB70C21A4B4}"/>
              </a:ext>
            </a:extLst>
          </p:cNvPr>
          <p:cNvSpPr txBox="1"/>
          <p:nvPr/>
        </p:nvSpPr>
        <p:spPr>
          <a:xfrm>
            <a:off x="7524172" y="4565462"/>
            <a:ext cx="38804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2000" b="1" dirty="0" smtClean="0"/>
              <a:t> Mr. Pranab Ghosh ( Sc. F)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000" b="1" dirty="0" smtClean="0"/>
              <a:t>Sri. Suman Mondal (Sc. C)</a:t>
            </a:r>
          </a:p>
          <a:p>
            <a:pPr marL="285750" indent="-285750"/>
            <a:endParaRPr lang="en-IN" sz="2000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4170457712"/>
      </p:ext>
    </p:ext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EC0E3F-C965-337C-1DB7-E98AE08D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Table of Content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9E4BBA0-09FB-25DE-2BF1-2536F9B1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 smtClean="0"/>
              <a:t>Objective </a:t>
            </a:r>
          </a:p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Tools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42527055"/>
      </p:ext>
    </p:ext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019A7D-270D-5561-7A7D-15B7A2D92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C571B6-8113-C69E-9414-84FC1598E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effectLst/>
              </a:rPr>
              <a:t>	A website is a collection of </a:t>
            </a:r>
            <a:r>
              <a:rPr lang="en-US" sz="2400" b="0" i="0" dirty="0" smtClean="0">
                <a:effectLst/>
              </a:rPr>
              <a:t>many </a:t>
            </a:r>
            <a:r>
              <a:rPr lang="en-US" sz="2400" b="0" i="0" dirty="0">
                <a:effectLst/>
              </a:rPr>
              <a:t>web pages, and web pages are digital files that are written using </a:t>
            </a:r>
            <a:r>
              <a:rPr lang="en-US" sz="2400" b="0" i="0" dirty="0" smtClean="0">
                <a:effectLst/>
              </a:rPr>
              <a:t>HTML(Hyper Text Markup </a:t>
            </a:r>
            <a:r>
              <a:rPr lang="en-US" sz="2400" b="0" i="0" dirty="0">
                <a:effectLst/>
              </a:rPr>
              <a:t>Language). The website’s web pages are linked with hyperlinks </a:t>
            </a:r>
            <a:r>
              <a:rPr lang="en-US" sz="2400" b="0" i="0" dirty="0" smtClean="0">
                <a:effectLst/>
              </a:rPr>
              <a:t> and </a:t>
            </a:r>
            <a:r>
              <a:rPr lang="en-US" sz="2400" b="0" i="0" dirty="0">
                <a:effectLst/>
              </a:rPr>
              <a:t>hypertext and share a common interface and design. The website might also contain some additional documents and files such as images, videos, or other digital assets.</a:t>
            </a:r>
            <a:endParaRPr lang="en-IN" sz="2400" b="0" i="0" dirty="0">
              <a:effectLst/>
            </a:endParaRP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US" sz="2400" b="0" i="0" dirty="0">
                <a:effectLst/>
              </a:rPr>
              <a:t> Front-end web development, also known as client-side development is the practice of producing HTML, CSS and JavaScript for a website or Web Application so that a user can see and interact with them directly.</a:t>
            </a:r>
          </a:p>
        </p:txBody>
      </p:sp>
    </p:spTree>
    <p:extLst>
      <p:ext uri="{BB962C8B-B14F-4D97-AF65-F5344CB8AC3E}">
        <p14:creationId xmlns="" xmlns:p14="http://schemas.microsoft.com/office/powerpoint/2010/main" val="899255859"/>
      </p:ext>
    </p:ext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01DDA0-7365-8824-1836-06FD4666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3146425"/>
            <a:ext cx="10515600" cy="1325563"/>
          </a:xfrm>
        </p:spPr>
        <p:txBody>
          <a:bodyPr/>
          <a:lstStyle/>
          <a:p>
            <a:r>
              <a:rPr lang="en-US" b="1" u="sng" dirty="0"/>
              <a:t>Objective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FAE510-79A2-43A6-B061-BE6BE4AD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8700" cy="1285875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</a:rPr>
              <a:t>The objective of designing this website is to ensure that when the users open up the site they see the information in a format that is easy to read and relevant.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E07AF09D-8274-5205-7C39-D829742EEE0F}"/>
              </a:ext>
            </a:extLst>
          </p:cNvPr>
          <p:cNvSpPr txBox="1">
            <a:spLocks/>
          </p:cNvSpPr>
          <p:nvPr/>
        </p:nvSpPr>
        <p:spPr>
          <a:xfrm>
            <a:off x="-63500" y="741362"/>
            <a:ext cx="63573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914400" marR="0" lvl="0" indent="0" algn="just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Tools used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EC6443C2-BBB2-5288-DCDF-2A574918E937}"/>
              </a:ext>
            </a:extLst>
          </p:cNvPr>
          <p:cNvSpPr txBox="1">
            <a:spLocks/>
          </p:cNvSpPr>
          <p:nvPr/>
        </p:nvSpPr>
        <p:spPr>
          <a:xfrm>
            <a:off x="787400" y="4238625"/>
            <a:ext cx="8115300" cy="2403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Pct val="41000"/>
              <a:buFont typeface="Wingdings" pitchFamily="2" charset="2"/>
              <a:buChar char="q"/>
              <a:tabLst>
                <a:tab pos="457200" algn="l"/>
              </a:tabLst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HTML</a:t>
            </a:r>
          </a:p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Pct val="41000"/>
              <a:buFont typeface="Wingdings" pitchFamily="2" charset="2"/>
              <a:buChar char="q"/>
              <a:tabLst>
                <a:tab pos="457200" algn="l"/>
              </a:tabLst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CSS</a:t>
            </a:r>
          </a:p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Pct val="41000"/>
              <a:buFont typeface="Wingdings" pitchFamily="2" charset="2"/>
              <a:buChar char="q"/>
              <a:tabLst>
                <a:tab pos="457200" algn="l"/>
              </a:tabLst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JAVASCRIPT</a:t>
            </a:r>
          </a:p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Pct val="41000"/>
              <a:buFont typeface="Wingdings" pitchFamily="2" charset="2"/>
              <a:buChar char="q"/>
              <a:tabLst>
                <a:tab pos="457200" algn="l"/>
              </a:tabLst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BOOTSTRAP 5</a:t>
            </a:r>
          </a:p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Pct val="41000"/>
              <a:buFont typeface="Wingdings" pitchFamily="2" charset="2"/>
              <a:buChar char="q"/>
              <a:tabLst>
                <a:tab pos="457200" algn="l"/>
              </a:tabLst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Visual studio</a:t>
            </a:r>
          </a:p>
        </p:txBody>
      </p:sp>
    </p:spTree>
    <p:extLst>
      <p:ext uri="{BB962C8B-B14F-4D97-AF65-F5344CB8AC3E}">
        <p14:creationId xmlns="" xmlns:p14="http://schemas.microsoft.com/office/powerpoint/2010/main" val="663314869"/>
      </p:ext>
    </p:ext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smtClean="0"/>
              <a:t>Summary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We worked on the fronted development of the PXE website. </a:t>
            </a:r>
          </a:p>
          <a:p>
            <a:pPr algn="just"/>
            <a:r>
              <a:rPr lang="en-IN" dirty="0" smtClean="0"/>
              <a:t>We learned the fundamentals of web development and gained various insights regarding web development.</a:t>
            </a:r>
          </a:p>
          <a:p>
            <a:pPr algn="just"/>
            <a:r>
              <a:rPr lang="en-IN" dirty="0" smtClean="0"/>
              <a:t>While working on frontend we faced some errors like it wasn’t responsive</a:t>
            </a:r>
          </a:p>
          <a:p>
            <a:pPr algn="just"/>
            <a:r>
              <a:rPr lang="en-IN" dirty="0" smtClean="0"/>
              <a:t>We worked on these errors and debugged them.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smtClean="0"/>
              <a:t>OUTPUT</a:t>
            </a:r>
            <a:endParaRPr lang="en-US" u="sng" dirty="0"/>
          </a:p>
        </p:txBody>
      </p:sp>
      <p:pic>
        <p:nvPicPr>
          <p:cNvPr id="7" name="Picture 6" descr="Screenshot (7).png"/>
          <p:cNvPicPr>
            <a:picLocks noChangeAspect="1"/>
          </p:cNvPicPr>
          <p:nvPr/>
        </p:nvPicPr>
        <p:blipFill>
          <a:blip r:embed="rId2"/>
          <a:srcRect t="9425"/>
          <a:stretch>
            <a:fillRect/>
          </a:stretch>
        </p:blipFill>
        <p:spPr>
          <a:xfrm>
            <a:off x="927100" y="1422400"/>
            <a:ext cx="8653916" cy="4406900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(3).png"/>
          <p:cNvPicPr>
            <a:picLocks noChangeAspect="1"/>
          </p:cNvPicPr>
          <p:nvPr/>
        </p:nvPicPr>
        <p:blipFill>
          <a:blip r:embed="rId2"/>
          <a:srcRect t="9054"/>
          <a:stretch>
            <a:fillRect/>
          </a:stretch>
        </p:blipFill>
        <p:spPr>
          <a:xfrm>
            <a:off x="520700" y="419101"/>
            <a:ext cx="6855185" cy="3505200"/>
          </a:xfrm>
          <a:prstGeom prst="rect">
            <a:avLst/>
          </a:prstGeom>
        </p:spPr>
      </p:pic>
      <p:pic>
        <p:nvPicPr>
          <p:cNvPr id="5" name="Picture 4" descr="Screenshot (8).png"/>
          <p:cNvPicPr>
            <a:picLocks noChangeAspect="1"/>
          </p:cNvPicPr>
          <p:nvPr/>
        </p:nvPicPr>
        <p:blipFill>
          <a:blip r:embed="rId3"/>
          <a:srcRect t="45553"/>
          <a:stretch>
            <a:fillRect/>
          </a:stretch>
        </p:blipFill>
        <p:spPr>
          <a:xfrm>
            <a:off x="533400" y="4318000"/>
            <a:ext cx="6908800" cy="2114871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(9).png"/>
          <p:cNvPicPr>
            <a:picLocks noChangeAspect="1"/>
          </p:cNvPicPr>
          <p:nvPr/>
        </p:nvPicPr>
        <p:blipFill>
          <a:blip r:embed="rId2"/>
          <a:srcRect t="9425"/>
          <a:stretch>
            <a:fillRect/>
          </a:stretch>
        </p:blipFill>
        <p:spPr>
          <a:xfrm>
            <a:off x="1270000" y="914400"/>
            <a:ext cx="9626544" cy="4902200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(10).png"/>
          <p:cNvPicPr>
            <a:picLocks noChangeAspect="1"/>
          </p:cNvPicPr>
          <p:nvPr/>
        </p:nvPicPr>
        <p:blipFill>
          <a:blip r:embed="rId2"/>
          <a:srcRect t="9795"/>
          <a:stretch>
            <a:fillRect/>
          </a:stretch>
        </p:blipFill>
        <p:spPr>
          <a:xfrm>
            <a:off x="1079500" y="1119437"/>
            <a:ext cx="10013052" cy="5078163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8334" y="2967335"/>
            <a:ext cx="35366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149</Words>
  <Application>Microsoft Office PowerPoint</Application>
  <PresentationFormat>Custom</PresentationFormat>
  <Paragraphs>33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Table of Content</vt:lpstr>
      <vt:lpstr>Introduction</vt:lpstr>
      <vt:lpstr>Objective</vt:lpstr>
      <vt:lpstr>Summary</vt:lpstr>
      <vt:lpstr>OUTPUT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Pradhan</dc:creator>
  <cp:lastModifiedBy>pc</cp:lastModifiedBy>
  <cp:revision>21</cp:revision>
  <dcterms:created xsi:type="dcterms:W3CDTF">2022-06-29T00:32:49Z</dcterms:created>
  <dcterms:modified xsi:type="dcterms:W3CDTF">2022-06-29T07:01:22Z</dcterms:modified>
</cp:coreProperties>
</file>